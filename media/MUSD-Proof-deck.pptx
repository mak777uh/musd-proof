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AKINDO X MEZO — WAVE 2 — TRACK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MUSD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11418"/>
                </a:solidFill>
              </a:rPr>
              <a:t>One command reads MUSD on two chains, the protocol's own collateral and every pool that holds it.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418"/>
                </a:solidFill>
              </a:rPr>
              <a:t>It prints the numbers, the block they came from, and a hash anyone can re-run.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11418"/>
                </a:solidFill>
              </a:rPr>
              <a:t>It says plainly what it could not verify.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Live: https://mak777uh.github.io/musd-proof/   ·   Code: github.com/mak777uh/musd-proof (MIT)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The problem: the promise is public, the proof is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111418"/>
                </a:solidFill>
              </a:rPr>
              <a:t>MUSD's core claim is that it is backed by Bitcoin. Today a third party cannot check that claim.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418"/>
                </a:solidFill>
              </a:rPr>
              <a:t>The state is spread over two chains and six contracts; supply includes a protocol bootstrap loan that is not BTC in troves.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111418"/>
                </a:solidFill>
              </a:rPr>
              <a:t>Any answer from a party you cannot re-run is an opinion, and opinions do not survive diligence.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The question is not 'how much'. The question is 'out of what' — and nobody publishes a re-runnable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What it reads, on one pinned block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852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626B"/>
                          </a:solidFill>
                        </a:rP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A626B"/>
                          </a:solidFill>
                        </a:rPr>
                        <a:t>What it gives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MUSD.totalSupply — Mezo + Ethereum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29,484,766 / 747,786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TroveManager.getEntireSystemColl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16.627912 BTC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PriceFeed.fetchPrice (the protocol's own)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$80,769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PCV.BOOTSTRAP_LOAN / debtToPay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100,000,000 / 14,950,861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Native balances of all six pools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21.665386 BTC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Every read uses one block number, recorded in the receipt. That is what makes the result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What the numbers say — and what they do not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852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626B"/>
                          </a:solidFill>
                        </a:rP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A626B"/>
                          </a:solidFill>
                        </a:rPr>
                        <a:t>Value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Collateral / user debt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101.48x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Collateral / total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4.55%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Verdict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ATTESTED_PARTIAL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36576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11418"/>
                </a:solidFill>
              </a:rPr>
              <a:t>The low supply ratio is explained, not hidden: 96% of the supply is the PCV bootstrap loan.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11418"/>
                </a:solidFill>
              </a:rPr>
              <a:t>User debt is over-collateralised by two orders of magnitude.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11418"/>
                </a:solidFill>
              </a:rPr>
              <a:t>The receipt carries a `not_verified` list — four items, written down rather than left implicit.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A tool that only reassures is marketing. This one prints the boundary next to the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Why it holds up: the receipt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statement_sha256 = 54c8c141bbce34b3ea05611b7934f9e5…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Change any input and the hash changes — a claim cannot drift silently.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verify_receipt.py re-reads the same blocks and prints the difference instead of hiding it.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11418"/>
                </a:solidFill>
              </a:rPr>
              <a:t>The toolchain, the command and the raw values are in the receipt, so a stranger can reproduce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Receipt: github.com/mak777uh/musd-proof/blob/main/RECEIPT.json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Who it is for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852160"/>
              </a:tblGrid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5A626B"/>
                          </a:solidFill>
                        </a:rPr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A626B"/>
                          </a:solidFill>
                        </a:rPr>
                        <a:t>What they get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MUSD holders and Curve LPs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an answer to 'what backs this' they can check themselves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The Mezo team and its investors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 diligence artefact that is not a screenshot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418"/>
                          </a:solidFill>
                        </a:rPr>
                        <a:t>New protocols on Mezo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11418"/>
                          </a:solidFill>
                        </a:rPr>
                        <a:t>a template for publishing reserves the same way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Desktop, CLI, no account, no wallet, no API key.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F6FEB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418"/>
                </a:solidFill>
              </a:rPr>
              <a:t>Next three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1. Public attestation page with history by block (2 weeks after the wave).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2. Curve metapool composition on Ethereum: depth, spread, LP mix (3 weeks).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3. Pluggable config — any protocol declares what counts as its reserve (2 months).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11418"/>
                </a:solidFill>
              </a:rPr>
              <a:t>What this is not: it does not verify deployed bytecode, and it does not replace an audit.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A626B"/>
                </a:solidFill>
              </a:rPr>
              <a:t>Built solo. Prior work: verified-cells-cairo (6 invariant cells with receipts), rocketpool-invariants, flowguard-spec.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